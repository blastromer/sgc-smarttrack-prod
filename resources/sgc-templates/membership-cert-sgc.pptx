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9144000" cy="6858000"/>
  <p:embeddedFontLst>
    <p:embeddedFont>
      <p:font typeface="Pinyon Script"/>
      <p:regular r:id="rId8"/>
    </p:embeddedFont>
    <p:embeddedFont>
      <p:font typeface="Book Antiqua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CRb9O9ixZRGoesHMTLBeYxWoZ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ookAntiqua-italic.fntdata"/><Relationship Id="rId10" Type="http://schemas.openxmlformats.org/officeDocument/2006/relationships/font" Target="fonts/BookAntiqua-bold.fntdata"/><Relationship Id="rId13" Type="http://customschemas.google.com/relationships/presentationmetadata" Target="metadata"/><Relationship Id="rId12" Type="http://schemas.openxmlformats.org/officeDocument/2006/relationships/font" Target="fonts/BookAntiqu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ookAntiqu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inyonScrip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4ece5f4e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d4ece5f4ed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141624" y="104544"/>
            <a:ext cx="8873066" cy="6586317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533400" y="3659123"/>
            <a:ext cx="8077200" cy="0"/>
          </a:xfrm>
          <a:custGeom>
            <a:rect b="b" l="l" r="r" t="t"/>
            <a:pathLst>
              <a:path extrusionOk="0" h="120000"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113975" y="3892214"/>
            <a:ext cx="91440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is the [position]  of the [Name of School  School Governance Council ] for the S/Y__-__.  </a:t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Given this [day] of [month] 20__ at [name of school]</a:t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979075" y="658880"/>
            <a:ext cx="914400" cy="88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-156750" y="658875"/>
            <a:ext cx="10125300" cy="3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Republic of the Philippines</a:t>
            </a:r>
            <a:endParaRPr b="0" i="0" sz="13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Education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[Region]</a:t>
            </a:r>
            <a:b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[Division]</a:t>
            </a:r>
            <a:b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[Name of School]</a:t>
            </a:r>
            <a:endParaRPr b="0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[Address]</a:t>
            </a:r>
            <a:endParaRPr b="0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S/Y__-__</a:t>
            </a:r>
            <a:endParaRPr b="0" i="0" sz="17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0" i="0" lang="en-US" sz="5300" u="none" cap="none" strike="noStrike">
                <a:solidFill>
                  <a:schemeClr val="dk1"/>
                </a:solidFill>
                <a:latin typeface="Pinyon Script"/>
                <a:ea typeface="Pinyon Script"/>
                <a:cs typeface="Pinyon Script"/>
                <a:sym typeface="Pinyon Script"/>
              </a:rPr>
              <a:t>Certificate of </a:t>
            </a:r>
            <a:r>
              <a:rPr b="0" i="0" lang="en-US" sz="5900" u="none" cap="none" strike="noStrike">
                <a:solidFill>
                  <a:schemeClr val="dk1"/>
                </a:solidFill>
                <a:latin typeface="Pinyon Script"/>
                <a:ea typeface="Pinyon Script"/>
                <a:cs typeface="Pinyon Script"/>
                <a:sym typeface="Pinyon Script"/>
              </a:rPr>
              <a:t>Membership</a:t>
            </a:r>
            <a:endParaRPr b="0" i="0" sz="5300" u="none" cap="none" strike="noStrike">
              <a:solidFill>
                <a:schemeClr val="dk1"/>
              </a:solidFill>
              <a:latin typeface="Pinyon Script"/>
              <a:ea typeface="Pinyon Script"/>
              <a:cs typeface="Pinyon Script"/>
              <a:sym typeface="Pinyon Scrip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certifies that </a:t>
            </a:r>
            <a:endParaRPr b="0" i="1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2467475" y="5352825"/>
            <a:ext cx="44370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[Name and Signature, School Principal]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[School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4ece5f4ed_0_0"/>
          <p:cNvSpPr txBox="1"/>
          <p:nvPr/>
        </p:nvSpPr>
        <p:spPr>
          <a:xfrm>
            <a:off x="441900" y="1246925"/>
            <a:ext cx="69975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2545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 NOT PRINT THIS PART </a:t>
            </a:r>
            <a:endParaRPr b="1" i="1" sz="1200">
              <a:solidFill>
                <a:srgbClr val="2545A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2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US" sz="1200">
                <a:solidFill>
                  <a:srgbClr val="2545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Please take note that the sample format of the MOVs may be modified and contextualized in accordance with the preferences of the SGCs.</a:t>
            </a:r>
            <a:r>
              <a:rPr i="1" lang="en-US" sz="1200">
                <a:solidFill>
                  <a:srgbClr val="2545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It is provided solely as a reference to ensure that all significant elements aligned with the Functionality indicators are duly captured and not overlooked, without affecting the validation process of the MOVs.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2022-04-08T01:51:54Z</dcterms:created>
  <dc:creator>Nove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2022-04-08T00:00:00Z</vt:filetime>
  </property>
</Properties>
</file>