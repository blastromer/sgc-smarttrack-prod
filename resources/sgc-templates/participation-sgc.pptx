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6858000" cx="9144000"/>
  <p:notesSz cx="9144000" cy="6858000"/>
  <p:embeddedFontLst>
    <p:embeddedFont>
      <p:font typeface="Pinyon Script"/>
      <p:regular r:id="rId8"/>
    </p:embeddedFont>
    <p:embeddedFont>
      <p:font typeface="Book Antiqua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3" roundtripDataSignature="AMtx7mjOco3kadlUm8n4yb4k63RoauXB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BookAntiqua-italic.fntdata"/><Relationship Id="rId10" Type="http://schemas.openxmlformats.org/officeDocument/2006/relationships/font" Target="fonts/BookAntiqua-bold.fntdata"/><Relationship Id="rId13" Type="http://customschemas.google.com/relationships/presentationmetadata" Target="metadata"/><Relationship Id="rId12" Type="http://schemas.openxmlformats.org/officeDocument/2006/relationships/font" Target="fonts/BookAntiqua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BookAntiqua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PinyonScrip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2459c1a72c0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" name="Google Shape;43;g2459c1a72c0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6ec548bdc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3" name="Google Shape;53;g396ec548bdc_0_0:notes"/>
          <p:cNvSpPr/>
          <p:nvPr>
            <p:ph idx="2" type="sldImg"/>
          </p:nvPr>
        </p:nvSpPr>
        <p:spPr>
          <a:xfrm>
            <a:off x="1524300" y="514350"/>
            <a:ext cx="60963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subTitle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7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/>
          <p:nvPr/>
        </p:nvSpPr>
        <p:spPr>
          <a:xfrm>
            <a:off x="141624" y="104544"/>
            <a:ext cx="8873066" cy="6586317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2"/>
          <p:cNvSpPr/>
          <p:nvPr/>
        </p:nvSpPr>
        <p:spPr>
          <a:xfrm>
            <a:off x="533400" y="3659123"/>
            <a:ext cx="8077200" cy="0"/>
          </a:xfrm>
          <a:custGeom>
            <a:rect b="b" l="l" r="r" t="t"/>
            <a:pathLst>
              <a:path extrusionOk="0" h="120000" w="8077200">
                <a:moveTo>
                  <a:pt x="0" y="0"/>
                </a:moveTo>
                <a:lnTo>
                  <a:pt x="8077200" y="0"/>
                </a:lnTo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2"/>
          <p:cNvSpPr txBox="1"/>
          <p:nvPr>
            <p:ph type="title"/>
          </p:nvPr>
        </p:nvSpPr>
        <p:spPr>
          <a:xfrm>
            <a:off x="2664714" y="875157"/>
            <a:ext cx="4575175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" type="body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1" type="ft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0" type="dt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2459c1a72c0_0_0"/>
          <p:cNvSpPr txBox="1"/>
          <p:nvPr/>
        </p:nvSpPr>
        <p:spPr>
          <a:xfrm>
            <a:off x="0" y="3552514"/>
            <a:ext cx="9144000" cy="9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65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for his/her active participation during the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[INSERT EVENT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Book Antiqua"/>
              <a:ea typeface="Book Antiqua"/>
              <a:cs typeface="Book Antiqua"/>
              <a:sym typeface="Book Antiqu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Given</a:t>
            </a:r>
            <a:r>
              <a:rPr b="1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on the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[DAY]</a:t>
            </a: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of </a:t>
            </a:r>
            <a:r>
              <a:rPr b="1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[MONTH] [YEAR]</a:t>
            </a:r>
            <a:r>
              <a:rPr b="0" i="0" lang="en-US" sz="1200" u="none" cap="none" strike="noStrike">
                <a:solidFill>
                  <a:schemeClr val="dk1"/>
                </a:solidFill>
                <a:latin typeface="Book Antiqua"/>
                <a:ea typeface="Book Antiqua"/>
                <a:cs typeface="Book Antiqua"/>
                <a:sym typeface="Book Antiqua"/>
              </a:rPr>
              <a:t> at [LOCATION]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g2459c1a72c0_0_0"/>
          <p:cNvSpPr/>
          <p:nvPr/>
        </p:nvSpPr>
        <p:spPr>
          <a:xfrm>
            <a:off x="1219200" y="563880"/>
            <a:ext cx="914400" cy="883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2459c1a72c0_0_0"/>
          <p:cNvSpPr txBox="1"/>
          <p:nvPr/>
        </p:nvSpPr>
        <p:spPr>
          <a:xfrm>
            <a:off x="247600" y="563883"/>
            <a:ext cx="9144000" cy="352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Republic of the Philippines</a:t>
            </a:r>
            <a:endParaRPr b="0" i="0" sz="13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Department of Education</a:t>
            </a:r>
            <a:br>
              <a:rPr b="0" i="0" lang="en-US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[Region]</a:t>
            </a:r>
            <a:b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[Division]</a:t>
            </a:r>
            <a:b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</a:b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[Name of School]</a:t>
            </a:r>
            <a:endParaRPr b="0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[Address</a:t>
            </a:r>
            <a:endParaRPr b="0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S/Y__-__</a:t>
            </a:r>
            <a:endParaRPr b="0" i="0" sz="11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b="0" i="1" sz="8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awards this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1" sz="14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Certificate of </a:t>
            </a:r>
            <a:r>
              <a:rPr b="0" i="0" lang="en-US" sz="6600" u="none" cap="none" strike="noStrike">
                <a:solidFill>
                  <a:schemeClr val="dk1"/>
                </a:solidFill>
                <a:latin typeface="Pinyon Script"/>
                <a:ea typeface="Pinyon Script"/>
                <a:cs typeface="Pinyon Script"/>
                <a:sym typeface="Pinyon Script"/>
              </a:rPr>
              <a:t>Participation</a:t>
            </a:r>
            <a:endParaRPr b="0" i="0" sz="6000" u="none" cap="none" strike="noStrike">
              <a:solidFill>
                <a:schemeClr val="dk1"/>
              </a:solidFill>
              <a:latin typeface="Pinyon Script"/>
              <a:ea typeface="Pinyon Script"/>
              <a:cs typeface="Pinyon Script"/>
              <a:sym typeface="Pinyon Scrip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9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t/>
            </a:r>
            <a:endParaRPr b="1" i="0" sz="3600" u="none" cap="none" strike="noStrik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48" name="Google Shape;48;g2459c1a72c0_0_0"/>
          <p:cNvSpPr txBox="1"/>
          <p:nvPr/>
        </p:nvSpPr>
        <p:spPr>
          <a:xfrm>
            <a:off x="247600" y="4935050"/>
            <a:ext cx="4437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[SGC CO-CHAIRPERSON]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Elected Co-Chairperson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School Governance Council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[School Name]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2459c1a72c0_0_0"/>
          <p:cNvSpPr txBox="1"/>
          <p:nvPr/>
        </p:nvSpPr>
        <p:spPr>
          <a:xfrm>
            <a:off x="4382500" y="4935050"/>
            <a:ext cx="4437000" cy="7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[SGC CO-CHAIRPERSON]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Designated Co-Chairperson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School Governance Council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[School Name]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2459c1a72c0_0_0"/>
          <p:cNvSpPr txBox="1"/>
          <p:nvPr/>
        </p:nvSpPr>
        <p:spPr>
          <a:xfrm>
            <a:off x="2353500" y="5581375"/>
            <a:ext cx="4437000" cy="55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[School Principal]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School Principal</a:t>
            </a:r>
            <a:endParaRPr b="0" i="0" sz="1200" u="none" cap="none" strike="noStrik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[School Name]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6ec548bdc_0_0"/>
          <p:cNvSpPr txBox="1"/>
          <p:nvPr/>
        </p:nvSpPr>
        <p:spPr>
          <a:xfrm>
            <a:off x="441900" y="1246925"/>
            <a:ext cx="6997500" cy="14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DO NOT PRINT THIS PART </a:t>
            </a:r>
            <a:endParaRPr b="1" i="1" sz="1200">
              <a:solidFill>
                <a:srgbClr val="2545A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  <a:p>
            <a:pPr indent="0" lvl="0" marL="0" rtl="0" algn="l">
              <a:lnSpc>
                <a:spcPct val="122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Please take note that the sample format of the MOVs may be modified and contextualized in accordance with the preferences of the SGCs.</a:t>
            </a:r>
            <a:r>
              <a:rPr i="1" lang="en-US" sz="1200">
                <a:solidFill>
                  <a:srgbClr val="2545A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 It is provided solely as a reference to ensure that all significant elements aligned with the Functionality indicators are duly captured and not overlooked, without affecting the validation process of the MOVs.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2022-04-08T01:51:54Z</dcterms:created>
  <dc:creator>Nove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2022-04-07T00:00:00Z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2022-04-08T00:00:00Z</vt:filetime>
  </property>
</Properties>
</file>